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the Vehicle of Tomorrow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Body-in-White to Bits-in-Code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Decade of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Years | Cross-Platform Leadership | Future-Focused Skillset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Automotive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Hyundai • Ford • FCA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FCA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Steering Column Design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Ford Electrification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&amp; Hybrid BIW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Rivian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Mechanical Design Engineer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Rivian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RPV / EDV End-to-End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Rivian Platform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BIW, Cooling, ADAS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CAD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+ Computation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Nissan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Material 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Georgia Tech OMSCS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Formal CS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 | Engineering | Computation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Let’s Build 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